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 SHARING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Uber/Ola-style backend simulation  |  Project Report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 -  STL  -  OOP  -  Design Patterns  -  REST APIs (Crow)  -  Dijkstra  -  File Persistence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project: no UI is built. Slide 6 shows illustrative mockups of a client app.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Modules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design: controller -&gt; service -&gt; domain -&gt; storage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(Postman / mobile app)  --  HTTP + JSON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470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 REST routes  (src/main.cpp)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05456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50545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RideSystem service layer  (rules, matching, one mutex)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16382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User, Driver, Wallet, Ride, Payment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22192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334E73"/>
          </a:solidFill>
          <a:ln w="12700">
            <a:solidFill>
              <a:srgbClr val="334E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8221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Dijkstra  |  Fare Strategy  |  ETA  |  File Storage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6459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Driver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inherit from abstract Person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validated deposit/deduct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status state machine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HOLD / REFUND / PAYOUT / COMMISSION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report endpoint, API-key protected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female-only matching rule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Algorithms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routing, strategy-based fares, heuristic ETA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(routing)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graph, adjacency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Min-heap: O((V+E) log V)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from pickup = distance to every driver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rebuilt via parent[]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non-positive edges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3258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04488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Fare (Strategy pattern)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87452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40 + 12/km + 1.5/min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60 + 18/km + 2/min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Surge: 1.5x normal, 8-11h &amp; 17-21h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FareFactory picks strategy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fare = one new class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32588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 (heuristic)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187452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/ (30 km/h x traffic) x 60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Traffic: 0.6 rush, 1.2 night, 1.0 else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machine learning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ETA also raises fare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traffic, A*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 Booking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/ride/book - every step happens under one lock, so a driver is never double-booked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8988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&amp; locations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0048" y="138988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Female-only check (403)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138988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Dijkstra: route &amp; distance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6288" y="138988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7556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available driver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62432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+ fare via Strategy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25146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0048" y="262432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0048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fare in wallet (402)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5146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624328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3168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ride, persist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lifecycle: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-&gt; ONGOING -&gt; COMPLETED (cancel before start refunds). On completion the driver gets 80%, platform 20%. Invalid transitions return 409.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in Action (sample request / response)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computed from the project's own rules: Camp -&gt; Hinjewadi = 23.0 km, midday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16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/ride/book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"Camp",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"destination": "Hinjewadi",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"rideType": "normal",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"femaleOnly":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Content-Type: application/json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16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459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"ride":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 "status": "ACCEPTED",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"route": ["Camp","Station",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"Shivajinagar","Baner","Hinjewadi"],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"distanceKm": 23, "etaMinutes": 46,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"fare": 385, "fareType": "NORMAL"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"driver": {"name": "Meera",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"vehicle": "Swift MH12AB1234"},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"pickupDistanceKm": 2.5,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"pickupEtaMinutes":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App Mockups (illustrative)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repo: concept screens showing how a frontend would consume the APIs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286000" cy="361188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3175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2139696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173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Ride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Hinjewadi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17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type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310896" cy="16459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3593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Women-only ride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 -  est. 385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143000"/>
            <a:ext cx="2286000" cy="361188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31750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02152" y="1417320"/>
            <a:ext cx="2139696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02152" y="14173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Confirmed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- Swift MH12AB1234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2148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in 5 min  (2.5 km)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251460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86200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11880" y="2825496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86200" y="2798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11880" y="313639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8620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Shivajinagar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11880" y="344728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86200" y="3419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11880" y="375818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86200" y="3730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Hinjewadi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61188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km  |  46 min  |  385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1143000"/>
            <a:ext cx="2286000" cy="361188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31750">
            <a:solidFill>
              <a:srgbClr val="0B1F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2512" y="1417320"/>
            <a:ext cx="2139696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82512" y="14173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192024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92240" y="1993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98080" y="192024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98080" y="1993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92240" y="269748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3081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drivers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98080" y="269748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98080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77.00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498080" y="3081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49224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/admin/report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49224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X-Admin-Key header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Testing, Limitations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2294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automated checks pass (Dijkstra, fares, ETA, wallet, female-only, lifecycle, reload)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AddressSanitizer + UBSan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yet: load / concurrency test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64408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229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737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std::hash passwords; no JWT / HTTPS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Whole-file rewrites, no ACID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graph, heuristic ETA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 self-declared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71616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12294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54496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737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geo-index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/ live traffic weights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driver location updates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frontend (React / mobile)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 Sharing System - Project Report</dc:title>
  <dc:subject>PptxGenJS Presentation</dc:subject>
  <dc:creator>PptxGenJS</dc:creator>
  <cp:lastModifiedBy>PptxGenJS</cp:lastModifiedBy>
  <cp:revision>1</cp:revision>
  <dcterms:created xsi:type="dcterms:W3CDTF">2026-10-07T06:27:18Z</dcterms:created>
  <dcterms:modified xsi:type="dcterms:W3CDTF">2026-10-07T06:27:18Z</dcterms:modified>
</cp:coreProperties>
</file>